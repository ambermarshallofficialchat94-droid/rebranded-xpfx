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733520"/>
            <a:ext cx="3005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XpressProFx.com | © 2026 (Formerly FxPro101.com)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9141928" y="16733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300563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XpressProFx.com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0"/>
            <a:ext cx="30056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Forex Broker &amp; Investment Trading Platform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0"/>
            <a:ext cx="30056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Institutional-grade trading. Built for everyone.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733520"/>
            <a:ext cx="3005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XpressProFx.com | © 2026 (Formerly FxPro101.com)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9141928" y="16733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056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0056328" cy="4572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traders locked out of institutional tools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spreads, opaque execution, poor transparency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 trading or managed account features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crypto + forex experience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mobile UX for active traders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48640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P2P trading infrastructure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733520"/>
            <a:ext cx="3005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XpressProFx.com | © 2026 (Formerly FxPro101.com)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9141928" y="16733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056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0056328" cy="4572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0"/>
            <a:ext cx="30056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 for Forex, Crypto, P2P Trading, Copy Trading, and Managed Investment Accounts.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30056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pro trader needs. Nothing they don't.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execution with competitive spreads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platform friction for traders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733520"/>
            <a:ext cx="3005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XpressProFx.com | © 2026 (Formerly FxPro101.com)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9141928" y="16733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056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0056328" cy="4572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demo trading accounts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forex + crypto execution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order matching engine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trading (mirror top performers)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backend with full user management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KYC &amp; compliance workflows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57784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trading assistant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612648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wallet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733520"/>
            <a:ext cx="3005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XpressProFx.com | © 2026 (Formerly FxPro101.com)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9141928" y="16733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056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0056328" cy="4572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retail forex market: $7.5 trillion daily volume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participation growing 15% YoY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self-directed traders aged 25-45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market: $12B+ in broker revenue globally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303520"/>
            <a:ext cx="29141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XpressProFx targets the fastest-growing segment of retail traders seeking professional-grade tools.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733520"/>
            <a:ext cx="3005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XpressProFx.com | © 2026 (Formerly FxPro101.com)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9141928" y="16733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056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0056328" cy="4572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Bid/ask spread on all traded instruments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and transfer fees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account performance commissions (20% profit share)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account tier subscriptions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matching fee (0.1% per matched order)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760720"/>
            <a:ext cx="29141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revenue streams ensure stability and growth potential.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733520"/>
            <a:ext cx="3005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XpressProFx.com | © 2026 (Formerly FxPro101.com)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9141928" y="16733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056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0056328" cy="4572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Platform built, auth live, admin backend operational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2026: Go-live, first 1,000 registered users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2026: Copy trading + managed accounts launch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2027: Mobile app (iOS + Android)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2027: Series A fundraise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733520"/>
            <a:ext cx="3005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XpressProFx.com | © 2026 (Formerly FxPro101.com)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9141928" y="16733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056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0056328" cy="4572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+ Vite + Tailwind CSS + shadcn/ui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Node.js + Express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PostgreSQL + Drizzle 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Monorepo: pnpm workspaces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VPS with Nginx + PM2, SSL/TLS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Rate limiting, helmet, encrypted sessions, KYC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943600"/>
            <a:ext cx="29141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tech stack designed for scale and security.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733520"/>
            <a:ext cx="3005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XpressProFx.com | © 2026 (Formerly FxPro101.com)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9141928" y="16733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056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0056328" cy="4572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 — Vision, product strategy, fintech domain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Lead Engineer — Full-stack, infrastructure, security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Compliance — KYC/AML, regulatory relationships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 — Trader acquisition, partnerships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303520"/>
            <a:ext cx="29141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team with proven experience in fintech, trading platforms, and compliance.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733520"/>
            <a:ext cx="3005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XpressProFx.com | © 2026 (Formerly FxPro101.com)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9141928" y="16733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056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0056328" cy="4572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60320"/>
            <a:ext cx="30056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Raising: Seed Round (Amount TBD)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— Engineering &amp; product (mobile app, copy trading)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— Regulatory licensing &amp; compliance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— Marketing &amp; trader acquisition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303520"/>
            <a:ext cx="28684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— Operations &amp; infrastructure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83680"/>
            <a:ext cx="3005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support@xpressprofx.com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7040880"/>
            <a:ext cx="30056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XpressProFx.com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2026-07-15T04:02:56Z</dcterms:created>
  <dcterms:modified xsi:type="dcterms:W3CDTF">2026-07-15T04:02:56Z</dcterms:modified>
</cp:coreProperties>
</file>